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9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D8294-13C9-8015-AF15-85FF23D8F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754D4-31C5-1616-8826-1B38EFE30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68435-B94F-2D2E-F9AE-D8BCE0B2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61921-02C9-E6A0-D1C1-27545715E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323E2-4456-AE48-4DC2-44BD8362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5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89D2-8236-14C9-0A1B-F5D68CC8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B850-7ABC-F715-6B7F-38F61FF0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45873-9EC2-5A1A-9198-D17F9CC5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B836B-D333-D0E8-2504-520912B0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4A81D-BF96-EE27-A190-FB6AB517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6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CF61-A875-1899-E7A3-712B63DD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E83E7-D4E9-1CD3-9DC5-ACD203D42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9AE7D-AF04-133C-1E07-4E6E043E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6FE5E-4343-41DD-0689-2AFD7385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917BC-C186-33AE-5148-C4927BF3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6E17-07B6-B45D-3811-56B51A3F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AF034-2A56-C0A9-69F8-F30BB3520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AF034-51EF-76A8-8E1D-871F79273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4DE4A-A8B6-01D3-4C04-D045DC6C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D1366-2DA2-D826-82D0-A0DD4567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E1ED3-6ED5-5D7C-9538-AFD7E1CE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32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C05B-A41D-C385-2A85-BDD7CC9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D5E38-6487-8138-426F-7191314C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0F5DD-928F-BA29-B50B-ACE9401C2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2C939-C7D7-0C4A-31B0-8C072DBFC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FD024-A4BB-EE09-D334-A134A56A2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65895-61DE-D635-C3D5-612F3949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9C5E8-52D9-15AE-B76D-17681BEE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D118D3-852A-7EC8-EB24-4AF343A2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1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45A0-DC57-6F17-92EC-5990B2F7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C32C8-DAD4-7C8B-E19E-7B4E8772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80AD9-7F18-8EB2-1F4E-966898E0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B6453-9285-81DD-AB9A-590B18DB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94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CBC0C-52E1-7FFF-A6DF-9DA122A29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9F300-024A-1D76-832B-569D0B3CA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DD0CC-0F88-A827-9FC4-8936962E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9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D24D-E0A2-7C4D-2405-13DFEDBC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310C4-5A1F-DB5E-BE83-3097BBF79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3230B-CAE4-94A5-81EB-471CF41C9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6AEC5-BD70-DF57-9667-99236C0E5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79FFF-ECA6-A9D1-F20A-9BBCCF61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B5B74-6B2E-1198-8DD6-491A4DAE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7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9706-C577-97EB-F5BC-D9E7B6B6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723ED8-9B34-D422-C897-4AD41120E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FA278-4360-0BC3-57E1-49E6EE95C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B7E78-A12B-90A8-D7AF-88E16867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2A508-A1FF-CB03-E0E8-C1EEF9018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7B42E-5D42-4072-79ED-6D1B7E582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7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F4B0-AD89-FFCF-6203-EB2303D6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B9FB1-A07E-ED61-A9C2-2C358187E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7DEF2-148A-A2E2-DF87-49F959255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AB706-139C-C4E2-0BB3-0E248100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01E97-B285-2392-8A23-AFFF2BB6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8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EFB61-CBD6-2E77-512A-17779E3C3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5A660-5BD8-2AD5-8786-EA738DEF1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32F0F-7DFE-B3F0-01D0-66429ED6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BB6D-C910-FA73-2D0B-9CF99B2F1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55DE1-99A3-E4D9-B696-A40B6E88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2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F42390-5FBF-D7F6-E570-4F8F2396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51B35-C5E3-BAC0-B9D2-748FCF326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E17F0-9A93-91CF-3689-D03217E55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40FDB-4D1D-4D10-A5DD-4DE0028080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3DCFD-BAB0-E179-436A-BBB4F5B5C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E59A4-706D-F4C0-3E30-9486D641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4FFFB-27E4-4D94-BE59-217F603A9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6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1F3BFF-E739-C884-3A18-ED5E628885B2}"/>
              </a:ext>
            </a:extLst>
          </p:cNvPr>
          <p:cNvSpPr txBox="1"/>
          <p:nvPr/>
        </p:nvSpPr>
        <p:spPr>
          <a:xfrm>
            <a:off x="4306487" y="542924"/>
            <a:ext cx="3579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Image Compressor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27C524-1334-ABC2-0FDA-121241059FF6}"/>
              </a:ext>
            </a:extLst>
          </p:cNvPr>
          <p:cNvSpPr/>
          <p:nvPr/>
        </p:nvSpPr>
        <p:spPr>
          <a:xfrm>
            <a:off x="2459829" y="1864519"/>
            <a:ext cx="7272337" cy="31289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2FABD8-85E5-4BC6-4E26-64A6B8600A66}"/>
              </a:ext>
            </a:extLst>
          </p:cNvPr>
          <p:cNvSpPr/>
          <p:nvPr/>
        </p:nvSpPr>
        <p:spPr>
          <a:xfrm>
            <a:off x="5042294" y="3125390"/>
            <a:ext cx="2107406" cy="6072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Image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7D8F4D-BCFF-339F-18D5-976AA791DC71}"/>
              </a:ext>
            </a:extLst>
          </p:cNvPr>
          <p:cNvCxnSpPr>
            <a:cxnSpLocks/>
          </p:cNvCxnSpPr>
          <p:nvPr/>
        </p:nvCxnSpPr>
        <p:spPr>
          <a:xfrm flipH="1">
            <a:off x="7215188" y="2253857"/>
            <a:ext cx="2800350" cy="114657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7D1CFB-7206-059D-F631-4B394917A591}"/>
              </a:ext>
            </a:extLst>
          </p:cNvPr>
          <p:cNvSpPr txBox="1"/>
          <p:nvPr/>
        </p:nvSpPr>
        <p:spPr>
          <a:xfrm>
            <a:off x="10015538" y="1835948"/>
            <a:ext cx="2180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option is to upload from device</a:t>
            </a:r>
          </a:p>
          <a:p>
            <a:r>
              <a:rPr lang="en-US" dirty="0"/>
              <a:t>(accepts .</a:t>
            </a:r>
            <a:r>
              <a:rPr lang="en-US" dirty="0" err="1"/>
              <a:t>png</a:t>
            </a:r>
            <a:r>
              <a:rPr lang="en-US" dirty="0"/>
              <a:t>, .jpg, .jpeg, etc.)</a:t>
            </a:r>
          </a:p>
        </p:txBody>
      </p:sp>
    </p:spTree>
    <p:extLst>
      <p:ext uri="{BB962C8B-B14F-4D97-AF65-F5344CB8AC3E}">
        <p14:creationId xmlns:p14="http://schemas.microsoft.com/office/powerpoint/2010/main" val="2680907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9E4B-86F7-65D9-689F-40132699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871C5BD-65E5-7C6D-7419-74317142EC34}"/>
              </a:ext>
            </a:extLst>
          </p:cNvPr>
          <p:cNvSpPr/>
          <p:nvPr/>
        </p:nvSpPr>
        <p:spPr>
          <a:xfrm>
            <a:off x="2459830" y="5096556"/>
            <a:ext cx="3462339" cy="14328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EF7E6-8EB9-47C1-ADE6-32711F72B777}"/>
              </a:ext>
            </a:extLst>
          </p:cNvPr>
          <p:cNvSpPr txBox="1"/>
          <p:nvPr/>
        </p:nvSpPr>
        <p:spPr>
          <a:xfrm>
            <a:off x="4306490" y="328612"/>
            <a:ext cx="3579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Image Compressor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CA3119-F623-90ED-B129-8238530551E6}"/>
              </a:ext>
            </a:extLst>
          </p:cNvPr>
          <p:cNvSpPr/>
          <p:nvPr/>
        </p:nvSpPr>
        <p:spPr>
          <a:xfrm>
            <a:off x="2459830" y="1278732"/>
            <a:ext cx="7272337" cy="31289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D638F9-B670-C5EA-2A5D-F02B9A20D58E}"/>
              </a:ext>
            </a:extLst>
          </p:cNvPr>
          <p:cNvSpPr/>
          <p:nvPr/>
        </p:nvSpPr>
        <p:spPr>
          <a:xfrm>
            <a:off x="5769766" y="5096556"/>
            <a:ext cx="152403" cy="14328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C546D7-C933-2F94-8458-F4B22BFBA954}"/>
              </a:ext>
            </a:extLst>
          </p:cNvPr>
          <p:cNvSpPr txBox="1"/>
          <p:nvPr/>
        </p:nvSpPr>
        <p:spPr>
          <a:xfrm>
            <a:off x="2621756" y="5077505"/>
            <a:ext cx="32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50B454-9AD8-D12F-C655-F9367AD9367A}"/>
              </a:ext>
            </a:extLst>
          </p:cNvPr>
          <p:cNvGrpSpPr/>
          <p:nvPr/>
        </p:nvGrpSpPr>
        <p:grpSpPr>
          <a:xfrm>
            <a:off x="2459830" y="4704664"/>
            <a:ext cx="3462339" cy="391892"/>
            <a:chOff x="2459830" y="4804677"/>
            <a:chExt cx="3462339" cy="39189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9FB489-29C6-CE5F-4A26-618F7C3E3A84}"/>
                </a:ext>
              </a:extLst>
            </p:cNvPr>
            <p:cNvSpPr/>
            <p:nvPr/>
          </p:nvSpPr>
          <p:spPr>
            <a:xfrm>
              <a:off x="2459830" y="4804677"/>
              <a:ext cx="3062289" cy="3918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Select Level of Compression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26BD83-531E-5815-9D7C-11E7B95DD0F0}"/>
                </a:ext>
              </a:extLst>
            </p:cNvPr>
            <p:cNvSpPr/>
            <p:nvPr/>
          </p:nvSpPr>
          <p:spPr>
            <a:xfrm>
              <a:off x="5522119" y="4804677"/>
              <a:ext cx="400050" cy="3918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070789D-B8AF-E645-9129-6A93A167D124}"/>
                </a:ext>
              </a:extLst>
            </p:cNvPr>
            <p:cNvGrpSpPr/>
            <p:nvPr/>
          </p:nvGrpSpPr>
          <p:grpSpPr>
            <a:xfrm>
              <a:off x="5622131" y="4926804"/>
              <a:ext cx="200025" cy="147637"/>
              <a:chOff x="7050881" y="5429250"/>
              <a:chExt cx="200025" cy="147637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246B1AB-076C-F6A1-DF1D-97ABFEC84A48}"/>
                  </a:ext>
                </a:extLst>
              </p:cNvPr>
              <p:cNvCxnSpPr/>
              <p:nvPr/>
            </p:nvCxnSpPr>
            <p:spPr>
              <a:xfrm>
                <a:off x="7050881" y="5429250"/>
                <a:ext cx="98820" cy="1428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441155D-5A7A-4EE3-B551-864C41CBF7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46126" y="5429250"/>
                <a:ext cx="104780" cy="1476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0014E696-5388-3340-C542-8517759AF73C}"/>
              </a:ext>
            </a:extLst>
          </p:cNvPr>
          <p:cNvSpPr/>
          <p:nvPr/>
        </p:nvSpPr>
        <p:spPr>
          <a:xfrm rot="16200000">
            <a:off x="5703987" y="5239133"/>
            <a:ext cx="284558" cy="80370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606EAA-669D-72C9-E1DE-D041386550F6}"/>
              </a:ext>
            </a:extLst>
          </p:cNvPr>
          <p:cNvSpPr/>
          <p:nvPr/>
        </p:nvSpPr>
        <p:spPr>
          <a:xfrm>
            <a:off x="6222205" y="4704664"/>
            <a:ext cx="3509961" cy="81031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Compress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450484-9DAF-AC8E-2643-F56F7EE645C5}"/>
              </a:ext>
            </a:extLst>
          </p:cNvPr>
          <p:cNvCxnSpPr>
            <a:cxnSpLocks/>
          </p:cNvCxnSpPr>
          <p:nvPr/>
        </p:nvCxnSpPr>
        <p:spPr>
          <a:xfrm>
            <a:off x="1466848" y="5188148"/>
            <a:ext cx="928687" cy="124964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2A22F15-3FCA-458F-5160-CC487896CF37}"/>
              </a:ext>
            </a:extLst>
          </p:cNvPr>
          <p:cNvSpPr txBox="1"/>
          <p:nvPr/>
        </p:nvSpPr>
        <p:spPr>
          <a:xfrm>
            <a:off x="344096" y="4311374"/>
            <a:ext cx="2180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Stops at the maximum k for the uploaded image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45654A-8645-DE28-BC9E-AB2C58465BFA}"/>
              </a:ext>
            </a:extLst>
          </p:cNvPr>
          <p:cNvCxnSpPr>
            <a:cxnSpLocks/>
          </p:cNvCxnSpPr>
          <p:nvPr/>
        </p:nvCxnSpPr>
        <p:spPr>
          <a:xfrm flipH="1">
            <a:off x="9679781" y="2536031"/>
            <a:ext cx="1150144" cy="202882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BE8ECD8-481D-D9BF-1092-8A2A5830A3C3}"/>
              </a:ext>
            </a:extLst>
          </p:cNvPr>
          <p:cNvSpPr txBox="1"/>
          <p:nvPr/>
        </p:nvSpPr>
        <p:spPr>
          <a:xfrm>
            <a:off x="10015538" y="1278732"/>
            <a:ext cx="2180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an image is uploaded, the two action buttons below appear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580A71-78B4-576B-C192-3D61F111C882}"/>
              </a:ext>
            </a:extLst>
          </p:cNvPr>
          <p:cNvSpPr/>
          <p:nvPr/>
        </p:nvSpPr>
        <p:spPr>
          <a:xfrm>
            <a:off x="3262313" y="2171700"/>
            <a:ext cx="5679282" cy="671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NameofUploadedImage.filetype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XXX.X KB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4847D9-6443-B854-42E2-C89D07063729}"/>
              </a:ext>
            </a:extLst>
          </p:cNvPr>
          <p:cNvSpPr/>
          <p:nvPr/>
        </p:nvSpPr>
        <p:spPr>
          <a:xfrm>
            <a:off x="5058967" y="3039666"/>
            <a:ext cx="2085975" cy="58578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Remove Image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258C16-0DBE-5C20-0778-69332F630DF4}"/>
              </a:ext>
            </a:extLst>
          </p:cNvPr>
          <p:cNvCxnSpPr>
            <a:cxnSpLocks/>
          </p:cNvCxnSpPr>
          <p:nvPr/>
        </p:nvCxnSpPr>
        <p:spPr>
          <a:xfrm flipH="1">
            <a:off x="7262217" y="1121570"/>
            <a:ext cx="1150144" cy="2028825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0871A5-7477-62C4-1EBD-5A9B5EF11863}"/>
              </a:ext>
            </a:extLst>
          </p:cNvPr>
          <p:cNvSpPr txBox="1"/>
          <p:nvPr/>
        </p:nvSpPr>
        <p:spPr>
          <a:xfrm>
            <a:off x="8412361" y="573554"/>
            <a:ext cx="218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Goes back to previous page</a:t>
            </a:r>
          </a:p>
        </p:txBody>
      </p:sp>
    </p:spTree>
    <p:extLst>
      <p:ext uri="{BB962C8B-B14F-4D97-AF65-F5344CB8AC3E}">
        <p14:creationId xmlns:p14="http://schemas.microsoft.com/office/powerpoint/2010/main" val="55824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999EC-EA99-473A-4745-6BDBD7CC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29C3D-2C8A-23AE-6D62-01AF2F85D3FF}"/>
              </a:ext>
            </a:extLst>
          </p:cNvPr>
          <p:cNvSpPr txBox="1"/>
          <p:nvPr/>
        </p:nvSpPr>
        <p:spPr>
          <a:xfrm>
            <a:off x="4044700" y="328612"/>
            <a:ext cx="4102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Compression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C0C84-5EA0-CD55-64CA-21EEC898C0E6}"/>
              </a:ext>
            </a:extLst>
          </p:cNvPr>
          <p:cNvSpPr txBox="1"/>
          <p:nvPr/>
        </p:nvSpPr>
        <p:spPr>
          <a:xfrm>
            <a:off x="2590006" y="1187233"/>
            <a:ext cx="161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09E75-5FDF-90D2-7BD8-D006B1131798}"/>
              </a:ext>
            </a:extLst>
          </p:cNvPr>
          <p:cNvSpPr txBox="1"/>
          <p:nvPr/>
        </p:nvSpPr>
        <p:spPr>
          <a:xfrm>
            <a:off x="7730331" y="1187233"/>
            <a:ext cx="212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Compressed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64651C-C78E-4214-79D4-B3E52EB01B5A}"/>
              </a:ext>
            </a:extLst>
          </p:cNvPr>
          <p:cNvSpPr/>
          <p:nvPr/>
        </p:nvSpPr>
        <p:spPr>
          <a:xfrm>
            <a:off x="1397000" y="1758733"/>
            <a:ext cx="4000500" cy="3757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121BD6-CBB2-E7B4-1D08-6BDB98241737}"/>
              </a:ext>
            </a:extLst>
          </p:cNvPr>
          <p:cNvSpPr/>
          <p:nvPr/>
        </p:nvSpPr>
        <p:spPr>
          <a:xfrm>
            <a:off x="6794500" y="1758733"/>
            <a:ext cx="4000500" cy="3757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0F85C4-64AA-8F87-AE72-44D10FF89E04}"/>
              </a:ext>
            </a:extLst>
          </p:cNvPr>
          <p:cNvSpPr txBox="1"/>
          <p:nvPr/>
        </p:nvSpPr>
        <p:spPr>
          <a:xfrm>
            <a:off x="5288753" y="888533"/>
            <a:ext cx="161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= selected 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50615D-F767-970C-B69B-EE4958A4D647}"/>
              </a:ext>
            </a:extLst>
          </p:cNvPr>
          <p:cNvSpPr/>
          <p:nvPr/>
        </p:nvSpPr>
        <p:spPr>
          <a:xfrm>
            <a:off x="2589524" y="6017214"/>
            <a:ext cx="2211714" cy="4235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Adjust Compression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844D50-8342-8312-244F-13F2C55EDE70}"/>
              </a:ext>
            </a:extLst>
          </p:cNvPr>
          <p:cNvSpPr/>
          <p:nvPr/>
        </p:nvSpPr>
        <p:spPr>
          <a:xfrm>
            <a:off x="7390762" y="6019342"/>
            <a:ext cx="2211714" cy="4235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New Image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6E391C6-4891-D227-8233-F7E1406E4797}"/>
              </a:ext>
            </a:extLst>
          </p:cNvPr>
          <p:cNvCxnSpPr>
            <a:cxnSpLocks/>
          </p:cNvCxnSpPr>
          <p:nvPr/>
        </p:nvCxnSpPr>
        <p:spPr>
          <a:xfrm>
            <a:off x="1207294" y="4150519"/>
            <a:ext cx="1500187" cy="1757362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9089D1-E105-1EE0-1BCB-CC428587782B}"/>
              </a:ext>
            </a:extLst>
          </p:cNvPr>
          <p:cNvSpPr txBox="1"/>
          <p:nvPr/>
        </p:nvSpPr>
        <p:spPr>
          <a:xfrm>
            <a:off x="107157" y="3429000"/>
            <a:ext cx="139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Goes back to previous page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DB4D6F-90BF-D4E4-A1F3-72C10617631B}"/>
              </a:ext>
            </a:extLst>
          </p:cNvPr>
          <p:cNvCxnSpPr>
            <a:cxnSpLocks/>
          </p:cNvCxnSpPr>
          <p:nvPr/>
        </p:nvCxnSpPr>
        <p:spPr>
          <a:xfrm flipH="1">
            <a:off x="8950014" y="3971505"/>
            <a:ext cx="2106130" cy="1936376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B2066E-0121-530F-A079-D13EA384E40D}"/>
              </a:ext>
            </a:extLst>
          </p:cNvPr>
          <p:cNvSpPr txBox="1"/>
          <p:nvPr/>
        </p:nvSpPr>
        <p:spPr>
          <a:xfrm>
            <a:off x="10852150" y="3314373"/>
            <a:ext cx="139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Goes back to first page</a:t>
            </a:r>
          </a:p>
        </p:txBody>
      </p:sp>
    </p:spTree>
    <p:extLst>
      <p:ext uri="{BB962C8B-B14F-4D97-AF65-F5344CB8AC3E}">
        <p14:creationId xmlns:p14="http://schemas.microsoft.com/office/powerpoint/2010/main" val="364769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96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Han, Sofia Z</dc:creator>
  <cp:lastModifiedBy>Han, Sofia Z</cp:lastModifiedBy>
  <cp:revision>4</cp:revision>
  <dcterms:created xsi:type="dcterms:W3CDTF">2026-09-20T01:34:40Z</dcterms:created>
  <dcterms:modified xsi:type="dcterms:W3CDTF">2026-09-23T21:15:18Z</dcterms:modified>
</cp:coreProperties>
</file>